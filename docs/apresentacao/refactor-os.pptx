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27"/>
    <p:sldId id="275" r:id="rId26"/>
    <p:sldId id="274" r:id="rId25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Detector F1</c:v>
                  </c:pt>
                  <c:pt idx="1">
                    <c:v>Pattern OK</c:v>
                  </c:pt>
                  <c:pt idx="2">
                    <c:v>Sintaxe OK</c:v>
                  </c:pt>
                  <c:pt idx="3">
                    <c:v>API preservada</c:v>
                  </c:pt>
                  <c:pt idx="4">
                    <c:v>Aprov. pipeline</c:v>
                  </c:pt>
                  <c:pt idx="5">
                    <c:v>Critic F1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0.6</c:v>
                </c:pt>
                <c:pt idx="4">
                  <c:v>0.7</c:v>
                </c:pt>
                <c:pt idx="5">
                  <c:v>0.941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Detector F1</c:v>
                  </c:pt>
                  <c:pt idx="1">
                    <c:v>Pattern OK</c:v>
                  </c:pt>
                  <c:pt idx="2">
                    <c:v>Sintaxe OK</c:v>
                  </c:pt>
                  <c:pt idx="3">
                    <c:v>Lógica/API</c:v>
                  </c:pt>
                  <c:pt idx="4">
                    <c:v>Aprov. pipe</c:v>
                  </c:pt>
                  <c:pt idx="5">
                    <c:v>Critic F1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0.6</c:v>
                </c:pt>
                <c:pt idx="4">
                  <c:v>0.7</c:v>
                </c:pt>
                <c:pt idx="5">
                  <c:v>0.941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Pós-mudanças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Detector F1</c:v>
                  </c:pt>
                  <c:pt idx="1">
                    <c:v>Pattern OK</c:v>
                  </c:pt>
                  <c:pt idx="2">
                    <c:v>Sintaxe OK</c:v>
                  </c:pt>
                  <c:pt idx="3">
                    <c:v>Lógica/API</c:v>
                  </c:pt>
                  <c:pt idx="4">
                    <c:v>Aprov. pipe</c:v>
                  </c:pt>
                  <c:pt idx="5">
                    <c:v>Critic F1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</c:v>
                </c:pt>
                <c:pt idx="4">
                  <c:v>0.9</c:v>
                </c:pt>
                <c:pt idx="5">
                  <c:v>0.947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AGENTIC · ENGENHARIA DE SOFTWARE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refactor-os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multi-agente determinístico para revisão e refatoração de código orientada por Design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Bad Smells × 5 Design Patterns · Detector → Recommender → Critic (Reflection)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486400"/>
            <a:ext cx="3657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5623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jvras58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Conclusão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Refatoração por Design Patterns ainda é manual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smells e Design Patterns são conceitos clássicos da engenharia de software (Fowler, 1999; GoF, 1994), mas a aplicação correta em código real depende fortemente da experiência do desenvolvedor.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atuais como SonarQube, PMD ou Checkstyle detectam smells, mas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propõem nem aplicam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refatoração — e LLMs gerais (ChatGPT, Copilot) frequentemente alucinam padrões fora de escopo ou quebram a API pública.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4592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escopo fechado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SMELLS NO CATÁLOGO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32688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PAREADOS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766560" y="39319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Smell ↔ Pattern (1-pra-1)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Switch → Strategy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Parameter List → Builder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Class → Facade / SRP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→ Dependency Injection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Code → Template Method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sistema precisa entregar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Detecção objetiva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UM dos 5 bad smells no código submetido, sem confundir com pseudo-smells fora do escopo nem alucinar em código limpo.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6118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Refatoração canônica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Design Pattern correto (mapeado 1-pra-1) preservando lógica de negócio e — sobretudo — a assinatura pública do código original.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6118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41248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confiável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sintaxe, lógica preservada, pattern correto e API estável antes de aprovar — com ciclo de reflection caso falhe.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de forma determinística e mensurável — cada estágio precisa ser avaliado em isolamento contra ground truth.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SOLUÇÃO · ARQUITETURA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Detector → Recommender → Critic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737360"/>
            <a:ext cx="329184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 smell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output_schema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SmellDetection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2918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29184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805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o pattern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292608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8056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output_schema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RefactoringProposal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1737360"/>
            <a:ext cx="32918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55280" y="1737360"/>
            <a:ext cx="329184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381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381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 julga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3200400"/>
            <a:ext cx="292608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13816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output_schema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ReflectionReview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5400000">
            <a:off x="3977640" y="2743200"/>
            <a:ext cx="274320" cy="36576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5400000">
            <a:off x="7635240" y="2743200"/>
            <a:ext cx="274320" cy="36576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2960" y="4663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REFLECTION LOOP (até 3 iterações)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Critic reprova, a critique é injetada no próximo prompt do Recommender pelo RefactorService (em Python, não pelo history do Agno) — preservando ordem fixa, iterações exatas e métricas isoladas por estágio.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Spec-Driven: cada estágio devolve um schema Pydantic validado.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SOLUÇÃO · PATTERNS AGENTIC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Padrões agentic aplicados ao pipeline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6766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no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Chaining (Pipeline)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RefactorService — sequência fixa Detector → Recommender → Critic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Generator–Critic com MAX_REFLECTION_ITERATIONS=3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ast_analyzer_tool, syntax_checker_tool, diff_generator_tool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Collaboration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agentes especializados, papéis exclusivos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(substitui RAG)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Agno Skills: 5 SKILL.md, lazy-load por get_skill_instructions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 canônicos no Recommender (via skill) + Critic (inline)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Agents (sem 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db=None nos 3 agentes — pipeline atômico por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Pydantic: max_length=50_000 no source_code; ShellTools removido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Setting (SMART no Critic)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critérios binários numerados — decisão verificável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RefactorResult.error preenchido; arun_typed + retry 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/evaluate/{detector,refactor,critic,all} — 3 métricas independentes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263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77240" y="6199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pattern adicionado nesta evolução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SOLUÇÃO ·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final — enxuta por decisão arquitetural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principal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via Agno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build_main_model()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Tool/skill calling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Temperatura = .env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3640" y="1737360"/>
            <a:ext cx="109728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Parser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· temperatura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build_parser_model()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Sem tools, só extração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Resolve bug JSON-mode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0972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Conhecimento dos patterns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 Skills (lazy-load)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5× SKILL.md em app/skills/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get_skill_instructions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Substitui PgVector + HF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109728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Persistência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(stateless)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db=None nos 3 agentes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Sem Postgres / pgvector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Sem psycopg / sqlalchemy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+ HuggingFace + Postgres+pgvector </a:t>
            </a:r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env vars obrigatórias)</a:t>
            </a:r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Mistral </a:t>
            </a:r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env var: MISTRAL_API_KEY)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AVALIAÇÃO · METODOLOGIA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avaliações independentes contra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rotulado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amostras, 2 por categoria)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arquivos COM smell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2× Complex Switch · 2× Long Params · 2× God Class · 2× Tight Coupling · 2× Duplicated Code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  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arquivos limpos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medem Falsos Positivos do Detector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solutions/correct/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refatorações corretas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medem False Reject do Critic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solutions/incorrect/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com defeito proposital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medem False Accept do Critic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endpoints, 3 papéis distintos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2286000"/>
            <a:ext cx="6126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0" y="2286000"/>
            <a:ext cx="914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15000" y="2359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/evaluate/detector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2606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Rastreador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28803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sobre smelly + clean → FP, FN, precision, recall, F1, acerto do tipo.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611880"/>
            <a:ext cx="6126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0" y="3611880"/>
            <a:ext cx="9144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715000" y="3685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/evaluate/refactor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3931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Refatorador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0" y="4206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Checagens objetivas por solução: pattern correto, sintaxe válida (ruff+ast), API preservada.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937760"/>
            <a:ext cx="6126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0" y="4937760"/>
            <a:ext cx="9144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15000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/evaluate/critic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5257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Revisor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5532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sobre correct/incorrect → False Accept Rate (FAR), False Reject Rate (FRR).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AVALIAÇÃO ·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empírico (antes das mudanças)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FP · 0 FN · 20 amostras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total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1.00 · Sintaxe: 1.00 · API: 0.60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611880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0.941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FAR=0.00 · FRR=0.111 · 1 false reject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3931920"/>
          <a:ext cx="11064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gerado em 2026-05-24 · escopo: 10 problemas + 10 soluções corretas + 10 com defeito · dataset/reports/evaluation_baseline.md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AVALIAÇÃO · PÓS-MUDANÇAS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Execução pós-skills + parser_model (2026-06-17)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· 20/20 amostras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vs. baseline · já saturado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9/10 problemas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residual: 1× Facade omitiu 2 métodos públicos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611880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0.947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· 19/20 vereditos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false reject em caso de borda (hook privado)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pós-mudanças — N=10 completos por agente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" y="4389120"/>
          <a:ext cx="110642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Validado: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reduziram o gap de "API preservada" (0.60 → 0.90) e Aprov. pipeline (0.70 → 0.90). Critic estável (parser_model conserta crash, não muda julgamento do LLM). </a:t>
            </a:r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residuais documentados.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ENDPOINT · DETECTOR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/api/v1/evaluate/detector — 20/20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3291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276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/api/v1/evaluate/detector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10712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93592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9359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72784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72784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55664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55664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134856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34856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17736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7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per_file (20 amostras)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examples/01_complex_switch.py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776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Switch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0" y="3438144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0" y="3429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3675888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examples/02_long_parameter_list.py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7764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Params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3730752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0" y="37216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3968496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examples/03_god_class.py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7764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Class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0" y="4023360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0" y="40142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4261104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examples/04_tight_coupling.py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77640" y="4261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4315968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86400" y="43068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4553712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" y="4553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examples/05_duplicated_code.py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77640" y="4553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86400" y="4608576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486400" y="4599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" y="4846320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008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examples/06_complex_switch.py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97764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Switch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4901184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" y="5138928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" y="5138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examples/07_long_parameter_list.py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977640" y="5138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Params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86400" y="5193792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486400" y="5184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48640" y="5431536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40080" y="5431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examples/08_god_class.py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977640" y="5431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Class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5486400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486400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48640" y="5724144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40080" y="5724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examples/09_tight_coupling.py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977640" y="5724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486400" y="5779008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486400" y="5769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48640" y="6016752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40080" y="6016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examples/10_duplicated_code.py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977640" y="6016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86400" y="6071616"/>
            <a:ext cx="5029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486400" y="6062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63640" y="3383280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3550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clean/clean_01_dict_dispatch.py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96926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1201400" y="3438144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1201400" y="3429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263640" y="3675888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35508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clean/clean_02_parameter_object.py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69264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201400" y="3730752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11201400" y="37216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263640" y="3968496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35508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clean/clean_03_focused_class.py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69264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1201400" y="4023360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11201400" y="40142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263640" y="4261104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355080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clean/clean_04_injected_dependency.py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692640" y="4261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1201400" y="4315968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1201400" y="43068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63640" y="4553712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6355080" y="4553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clean/clean_05_template_method.py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692640" y="4553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201400" y="4608576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11201400" y="4599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263640" y="4846320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35508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clean/clean_06_pure_functions.py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69264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201400" y="4901184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1120140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263640" y="5138928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6355080" y="5138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clean/clean_07_short_switch.py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9692640" y="5138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1201400" y="5193792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11201400" y="5184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263640" y="5431536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6355080" y="5431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clean/clean_08_validator.py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9692640" y="5431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1201400" y="5486400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11201400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263640" y="5724144"/>
            <a:ext cx="5532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355080" y="5724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clean/clean_09_value_object.py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692640" y="5724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1201400" y="5779008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11201400" y="5769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263640" y="6016752"/>
            <a:ext cx="5532120" cy="274320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6355080" y="6016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clean/clean_10_repository_protocol.py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9692640" y="6016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Smell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1201400" y="6071616"/>
            <a:ext cx="5029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11201400" y="6062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ENDPOINT · REFACTOR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/api/v1/evaluate/refactor — 8/10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3291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276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/api/v1/evaluate/refactor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10712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93592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9359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72784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72784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55664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55664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134856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34856" y="2103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17736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PRESERVED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7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per_file (10 problemas) · pipeline_approved_rate=0.7 · avg_iterations=1.4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110642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75520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18520" y="3383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7033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01_complex_switch.py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37033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37033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75520" y="37033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18520" y="37033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950208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39502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02_long_parameter_list.py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0" y="39502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39502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0" y="395020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18520" y="39502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197096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0080" y="41970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03_god_class.py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0" y="41970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Facade/SRP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40880" y="419709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Facade/SRP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75520" y="419709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API broken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18520" y="419709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4443984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0080" y="44439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04_tight_coupling.py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0" y="44439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444398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875520" y="444398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18520" y="44439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4690872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" y="46908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05_duplicated_code.py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46908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40880" y="469087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875520" y="46908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18520" y="469087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937760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" y="493776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06_complex_switch.py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840480" y="493776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40880" y="49377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875520" y="49377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18520" y="493776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5184648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40080" y="51846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07_long_parameter_list.py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840480" y="51846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40880" y="51846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875520" y="51846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wrapper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018520" y="51846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8640" y="5431536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40080" y="54315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08_god_class.py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40480" y="54315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Facade/SRP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40880" y="54315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Facade/SRP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875520" y="543153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018520" y="543153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48640" y="5678424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640080" y="56784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09_tight_coupling.py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840480" y="56784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040880" y="56784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875520" y="56784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1018520" y="567842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8640" y="5925312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40080" y="59253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10_duplicated_code.py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840480" y="59253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040880" y="59253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875520" y="59253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1018520" y="592531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ENDPOINT · CRITIC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/api/v1/evaluate/critic — 17/20 corretos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3291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276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/api/v1/evaluate/critic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0.824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10712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93592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9359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72784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72784" y="2103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55664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55664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0.700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134856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34856" y="210312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17736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7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per_file (10 corretas + 10 incorretas) · zero false accepts · 3 false rejects em casos de borda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solutions/correct/ (expected: approve)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383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solutions/incorrect/ (expected: reject)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65760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sol_01_complex_switch.py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3703320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394960" y="36941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904488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90448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sol_02_long_parameter_list.py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3950208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94960" y="3941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4151376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" y="415137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sol_03_god_class.py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4960" y="4197096"/>
            <a:ext cx="548640" cy="1554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94960" y="4187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4398264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" y="439826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sol_04_tight_coupling.py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94960" y="4443984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94960" y="4434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4645152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0080" y="46451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sol_05_duplicated_code.py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94960" y="4690872"/>
            <a:ext cx="548640" cy="1554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9496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0080" y="48920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sol_06_complex_switch.py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4937760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39496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5138928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0080" y="51389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sol_07_long_parameter_list.py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94960" y="5184648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394960" y="51755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" y="5385816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" y="53858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sol_08_god_class.py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94960" y="5431536"/>
            <a:ext cx="548640" cy="1554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394960" y="5422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8640" y="5632704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40080" y="56327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sol_09_tight_coupling.py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94960" y="5678424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39496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" y="5879592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40080" y="587959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sol_10_duplicated_code.py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94960" y="5925312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394960" y="5916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26480" y="3657600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217920" y="365760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bad_01_complex_switch.py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972800" y="3703320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0972800" y="36941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26480" y="3904488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217920" y="390448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bad_02_long_parameter_list.py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972800" y="3950208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10972800" y="3941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26480" y="4151376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217920" y="415137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bad_03_god_class.py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0972800" y="4197096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10972800" y="4187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126480" y="4398264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6217920" y="439826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bad_04_tight_coupling.py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972800" y="4443984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10972800" y="4434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126480" y="4645152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217920" y="46451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bad_05_duplicated_code.py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972800" y="4690872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1097280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126480" y="4892040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6217920" y="48920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bad_06_complex_switch.py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972800" y="4937760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1097280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126480" y="5138928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217920" y="51389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bad_07_long_parameter_list.py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0972800" y="5184648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0972800" y="51755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126480" y="5385816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6217920" y="53858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bad_08_god_class.py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0972800" y="5431536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10972800" y="5422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126480" y="5632704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217920" y="56327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bad_09_tight_coupling.py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0972800" y="5678424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1097280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126480" y="5879592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217920" y="587959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bad_10_duplicated_code.py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0972800" y="5925312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10972800" y="5916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REPRODUTIBILIDADE · DETECTOR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2 — Detector blindado por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3291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276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/api/v1/evaluate/detector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627632"/>
            <a:ext cx="5852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0" y="16276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</a:t>
            </a:r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carga compartilhada · sem regressão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10712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3592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59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72784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2784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5664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55664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134856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34856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17736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7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per_file (20 amostras) · run 1 = run 2 · zero regressão entre execuções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11064240" cy="2606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Detector é blindado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4114800"/>
            <a:ext cx="777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4123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determinísticas via ast + radon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ciclomática, contagem de membros, aridade de parâmetros — números objetivos, mesmos em todo run.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4709160"/>
            <a:ext cx="777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4400" y="47183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Thresholds explícitos no prompt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4709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&gt; 10, classe &gt; 20 membros, ≥ 5 parâmetros. LLM apenas classifica — espaço para alucinação é mínimo.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5303520"/>
            <a:ext cx="777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4400" y="53126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parser_model isola JSON-mode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sob 429 transitório, o agente recupera via arun_typed. Nas 20 amostras, zero falhas.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REPRODUTIBILIDADE · REFACTOR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2 — qualidade preservada onde executou (3/4)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3291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276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/api/v1/evaluate/refactor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627632"/>
            <a:ext cx="5852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0" y="16276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</a:t>
            </a:r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pipelines abortados antes de gerar proposta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10712" y="2103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3592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59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0.400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72784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2784" y="2103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5664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OK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55664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0.400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134856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34856" y="210312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17736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PRESERVED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7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per_file (10 problemas) · pipeline_approved_rate=0.3 · avg_iterations=0.6 · 6 pipelines abortados (proposal=null)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18520" y="3383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685032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368503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01_complex_switch.py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68503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368503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509760" y="3685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18520" y="36850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3931920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" y="39319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02_long_parameter_list.py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39319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39319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509760" y="39319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18520" y="39319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178808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" y="41788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03_god_class.py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0" y="41788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Facade/SRP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41788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null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509760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pipeline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18520" y="41788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" y="4425696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0080" y="44256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04_tight_coupling.py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40480" y="44256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40880" y="442569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null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509760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aborted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18520" y="442569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4672584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0080" y="46725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05_duplicated_code.py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0" y="46725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40880" y="46725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null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509760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aborted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18520" y="46725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4919472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40080" y="49194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06_complex_switch.py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840480" y="49194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40880" y="49194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null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509760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aborted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018520" y="491947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8640" y="5166360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40080" y="516636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07_long_parameter_list.py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840480" y="516636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Builder/Parameter Object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040880" y="51663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null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509760" y="51663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aborted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018520" y="516636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8640" y="5413248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40080" y="54132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08_god_class.py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40480" y="54132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Facade/SRP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040880" y="54132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null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509760" y="541324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aborted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018520" y="54132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48640" y="5660136"/>
            <a:ext cx="110642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640080" y="56601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09_tight_coupling.py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840480" y="56601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040880" y="56601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509760" y="566013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1018520" y="566013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8640" y="5907024"/>
            <a:ext cx="1106424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640080" y="59070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10_duplicated_code.py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840480" y="59070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040880" y="5907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509760" y="590702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missing methods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1018520" y="590702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honesta: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4 chamadas que produziram proposta, 3 passaram (75%). Os 6 </a:t>
            </a:r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aborted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pipelines que não chegaram a gerar refatoração (padrão 429 do Mistral) — qualidade do agente está intacta nos casos que executou.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REPRODUTIBILIDADE · CRITIC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2 — zero false accept mantido (10/11 corretos)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3291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276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/api/v1/evaluate/critic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627632"/>
            <a:ext cx="5852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0" y="16276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</a:t>
            </a:r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 vereditos não-computáveis · 11 válidos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10712" y="210312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3592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59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72784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2784" y="2103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5664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55664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134856" y="21031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34856" y="210312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17736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7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per_file (3 corretas válidas + 8 incorretas válidas + 9 erros) · zero false accepts · 1 false reject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solutions/correct/ (expected: approve)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3383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solutions/incorrect/ (expected: reject)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365760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sol_01_complex_switch.py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3703320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94960" y="36941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3904488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390448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sol_02_long_parameter_list.py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3950208"/>
            <a:ext cx="54864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394960" y="3941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4151376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415137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sol_03_god_class.py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94960" y="4197096"/>
            <a:ext cx="548640" cy="1554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94960" y="4187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4398264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" y="439826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sol_04_tight_coupling.py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4443984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394960" y="4434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4645152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" y="46451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sol_05_duplicated_code.py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94960" y="4690872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39496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8640" y="4892040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0080" y="48920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sol_06_complex_switch.py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4937760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39496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" y="5138928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40080" y="51389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sol_07_long_parameter_list.py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94960" y="5184648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394960" y="51755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5385816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0080" y="53858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sol_08_god_class.py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94960" y="5431536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394960" y="5422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8640" y="5632704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" y="56327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sol_09_tight_coupling.py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94960" y="5678424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39496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48640" y="5879592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40080" y="587959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sol_10_duplicated_code.py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94960" y="5925312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394960" y="5916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26480" y="3657600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217920" y="365760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bad_01_complex_switch.py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972800" y="3703320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0972800" y="36941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26480" y="3904488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217920" y="390448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bad_02_long_parameter_list.py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972800" y="3950208"/>
            <a:ext cx="54864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0972800" y="3941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126480" y="4151376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217920" y="415137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bad_03_god_class.py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972800" y="4197096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0972800" y="4187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26480" y="4398264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6217920" y="439826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bad_04_tight_coupling.py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972800" y="4443984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10972800" y="4434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26480" y="4645152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217920" y="46451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bad_05_duplicated_code.py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972800" y="4690872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097280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126480" y="4892040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6217920" y="48920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bad_06_complex_switch.py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972800" y="4937760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097280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126480" y="5138928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6217920" y="51389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bad_07_long_parameter_list.py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972800" y="5184648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10972800" y="51755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126480" y="5385816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217920" y="53858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bad_08_god_class.py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0972800" y="5431536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10972800" y="5422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126480" y="5632704"/>
            <a:ext cx="5486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6217920" y="56327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bad_09_tight_coupling.py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972800" y="5678424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1097280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126480" y="5879592"/>
            <a:ext cx="5486400" cy="246888"/>
          </a:xfrm>
          <a:prstGeom prst="rect">
            <a:avLst/>
          </a:prstGeom>
          <a:solidFill>
            <a:srgbClr val="F5F8FA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6217920" y="587959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bad_10_duplicated_code.py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0972800" y="5925312"/>
            <a:ext cx="548640" cy="155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10972800" y="5916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preservada: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= 0.000 nas 11 amostras válidas — o Critic continua não aprovando código defeituoso, mesmo sob carga.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9 </a:t>
            </a:r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quota Mistral, não julgamento do agente.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AVALIAÇÃO · ANÁLISE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do baseline e ações aplicadas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do baseline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Detector saturado em F1 = 1.000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 espaço para melhorar — manter zero-shot.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Recommender: gap em "API preservada"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 4/10 problemas, a função pública mudou de assinatura. Sintaxe e pattern saíam corretos, mas o wrapper fino não era escrito.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Critic: 1 false reject (FRR=11%)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Padrão típico de Mistral sob entrada longa devolvendo string crua em vez de ReflectionReview.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Ações aplicadas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12801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Exemplos canônicos via Skills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9077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SKILL.md mostram explicitamente o wrapper que preserva a API pública.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12801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parser_model wirado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0965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round-trip Mistral só para extrair JSON — sem JSON-mode forçado durante tool calling.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572000"/>
            <a:ext cx="12801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4590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956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arun_typed com backoff + schema check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52852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Retenta em 429 e quando content não casa com o schema esperado.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na re-execução de 2026-06-17 (slide anterior): Recommender 0.60 → 0.90 em lógica/API · Critic F1 estável em 0.947 (parser_model conserta crash, não julgamento).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TRABALHOS RELACIONADOS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refactor-os se situa no estado da arte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72821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conceitual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08483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 — Refactoring (1999, 2018)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08483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seminal de bad smells e refatorações. Fonte do nosso escopo.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64240" cy="4114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49631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— Design Patterns (1994)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49631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canônico dos 5 patterns aplicados aqui.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00837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 tradicional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64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336499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SonarLint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36499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smells, mas não propõe nem aplica refatoração — só sinaliza.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064240" cy="4114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77647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PMD, Checkstyle, Pylint, ruff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77647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determinísticas; sem capacidade de transformação semântica.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18795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RefactoringMiner (Tsantalis et al.)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18795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 refatorações de histórico de commits — descritivo, não generativo.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70001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com LLM / agentes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05663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Tufano et al. — Neural code refactoring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505663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seq-to-seq pré-treinados; sem mapeamento smell↔pattern estrito.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546811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Copilot / Cursor / Claude 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546811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ad-hoc, sem garantia de pattern aplicado nem avaliação isolada por agente.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587959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/ CrewAI / LangGraph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5879592"/>
            <a:ext cx="6766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multi-agente; o refactor-os opta por orquestração determinística em Python (não LLM-orquestrada).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fica entregue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2103120"/>
            <a:ext cx="3566160" cy="3840480"/>
          </a:xfrm>
          <a:prstGeom prst="rect">
            <a:avLst/>
          </a:prstGeom>
          <a:solidFill>
            <a:srgbClr val="0F3158"/>
          </a:solidFill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Detector F1 = 1.000 (20/20)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Recommender accuracy = 0.900 (9/10)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Critic F1 = 0.947 (19/20)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Lógica/API: 0.60 → 0.90 · Aprov. pipe: 0.70 → 0.90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3566160" cy="3840480"/>
          </a:xfrm>
          <a:prstGeom prst="rect">
            <a:avLst/>
          </a:prstGeom>
          <a:solidFill>
            <a:srgbClr val="0F3158"/>
          </a:solidFill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006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Enxuto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27889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Só Mistral (1 env var)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Sem Postgres, sem pgvector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Sem HuggingFace, sem embeddings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Skills lazy-load por nome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2103120"/>
            <a:ext cx="3566160" cy="3840480"/>
          </a:xfrm>
          <a:prstGeom prst="rect">
            <a:avLst/>
          </a:prstGeom>
          <a:solidFill>
            <a:srgbClr val="0F3158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410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41080" y="27889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Fechar gap residual do Facade (1 falha)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Refinar critério 4 do Critic (false reject)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Expandir dataset (&gt;10 por categoria)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DSPy para otimização automática de prompts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github.com/jvras58/refactor-os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05 · SOLUÇÃO · AGNO · EFICIÊNCIA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2540"/>
                </a:solidFill>
                <a:latin typeface="Georgia"/>
              </a:rPr>
              <a:t>Três agentes em ~25 linhas: o que o Agno entrega de pronto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0000"/>
            <a:ext cx="1097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Um construtor declarativo (Agent(...)) reúne modelo, parser, tools, skills e schema — sem boilerplate de orquestração, sem hand-rolled JSON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0000"/>
            <a:ext cx="5500000" cy="3900000"/>
          </a:xfrm>
          <a:prstGeom prst="roundRect">
            <a:avLst>
              <a:gd name="adj" fmla="val 4000"/>
            </a:avLst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640" y="1960000"/>
            <a:ext cx="506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onsolas"/>
              </a:rPr>
              <a:t>app/agents/detector_agent.py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640" y="2240000"/>
            <a:ext cx="5060000" cy="33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472B6"/>
                </a:solidFill>
                <a:latin typeface="Consolas"/>
              </a:rPr>
              <a:t>from agno.agent import Agent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DD3FC"/>
                </a:solidFill>
                <a:latin typeface="Consolas"/>
              </a:rPr>
              <a:t>def build_detector_agent() -&gt; Agent: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return Agent(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  name="Detector Agent",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  role="Detecta bad smells via AST.",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  model=build_main_model(),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  parser_model=build_parser_model(),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  tools=[ast_analyzer_tool],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  instructions=DETECTOR_INSTRUCTIONS,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EE7B7"/>
                </a:solidFill>
                <a:latin typeface="Consolas"/>
              </a:rPr>
              <a:t>        output_schema=SmellDetection,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  markdown=False,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1820000"/>
            <a:ext cx="420000" cy="4200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0000" y="1800000"/>
            <a:ext cx="483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Modelo + parser separados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0000" y="2080000"/>
            <a:ext cx="48300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build_main_model() chama tools; parser_model (T=0) extrai o JSON tipado. Resolve incompatibilidade JSON-mode × tool calling do Mistral.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2800000"/>
            <a:ext cx="420000" cy="4200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0000" y="2780000"/>
            <a:ext cx="483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tools[...] aceita @tool nativo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0000" y="3060000"/>
            <a:ext cx="48300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Funções Python decoradas com @agno.tools.tool — schema inferido, descrição vai pro prompt automaticamente. Sem function-calling boilerplate.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0" y="3780000"/>
            <a:ext cx="420000" cy="420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0000" y="3760000"/>
            <a:ext cx="483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skills lazy-load por nome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0000" y="4040000"/>
            <a:ext cx="48300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Skills(LocalSkills("app/skills")) carrega 5 SKILL.md sob demanda via get_skill_instructions. Substitui pgvector + embeddings + retriever.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4760000"/>
            <a:ext cx="420000" cy="42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0000" y="4740000"/>
            <a:ext cx="483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Calibri"/>
              </a:rPr>
              <a:t>output_schema=Pydantic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0000" y="5020000"/>
            <a:ext cx="48300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Response chega validado como instância tipada (SmellDetection). Sem json.loads, sem regex, sem reparar markdown — o framework garante o contrato.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0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refactor-os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000" y="65000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06 · SOLUÇÃO · AGNO · TOOLS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2540"/>
                </a:solidFill>
                <a:latin typeface="Georgia"/>
              </a:rPr>
              <a:t>As 4 ferramentas do Agno usadas no refactor-os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0000"/>
            <a:ext cx="1097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Cada uma substitui código de cola que normalmente o dev escreveria à mão — tool calling, RAG, validação de schema e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0000"/>
            <a:ext cx="265368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0000"/>
            <a:ext cx="2653680" cy="110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640" y="2040000"/>
            <a:ext cx="213368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A82"/>
                </a:solidFill>
                <a:latin typeface="Consolas"/>
              </a:rPr>
              <a:t>@tool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640" y="246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Decorator que vira function-call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640" y="3060000"/>
            <a:ext cx="380000" cy="20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640" y="3160000"/>
            <a:ext cx="213368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Decora função Python pura.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Schema inferido do signature.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Descrição entra no system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640" y="552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Usado em: ast_analyzer_tool, syntax_checker_tool, diff_generator_tool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2320" y="1820000"/>
            <a:ext cx="265368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2320" y="1820000"/>
            <a:ext cx="2653680" cy="11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2320" y="2040000"/>
            <a:ext cx="213368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7293"/>
                </a:solidFill>
                <a:latin typeface="Consolas"/>
              </a:rPr>
              <a:t>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2320" y="246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LocalSkills("app/skills")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2320" y="3060000"/>
            <a:ext cx="380000" cy="2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2320" y="3160000"/>
            <a:ext cx="213368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5× SKILL.md sob app/skills/.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get_skill_instructions(name=...) carrega lazy.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Substitui RAG + embeddings + vector store.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2320" y="552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Antes: Postgres+pgvector + HuggingFace embeddings (3 deps).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000" y="1820000"/>
            <a:ext cx="265368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000" y="1820000"/>
            <a:ext cx="2653680" cy="11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6000" y="2040000"/>
            <a:ext cx="213368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Consolas"/>
              </a:rPr>
              <a:t>output_schema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6000" y="246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Saída tipada via Pydantic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6000" y="3060000"/>
            <a:ext cx="380000" cy="2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6000" y="3160000"/>
            <a:ext cx="213368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SmellDetection, RefactoringProposal, ReflectionReview.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Validação automática no retorno do agente.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Field(description=...) ancora o LLM no contrato.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6000" y="552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response.content já é a instância Pydantic — sem json.loads.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89680" y="1820000"/>
            <a:ext cx="265368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89680" y="1820000"/>
            <a:ext cx="2653680" cy="11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9680" y="2040000"/>
            <a:ext cx="213368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Consolas"/>
              </a:rPr>
              <a:t>parser_model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9680" y="246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Round-trip dedicado a 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9680" y="3060000"/>
            <a:ext cx="380000" cy="2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9680" y="3160000"/>
            <a:ext cx="213368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2º MistralChat com temperature=0.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Sem tools expostas — só extrai estrutura.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› Workaround oficial: JSON-mode × tool calling.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9680" y="5520000"/>
            <a:ext cx="213368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arun_typed re-tenta quando parser devolve string crua.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210000"/>
            <a:ext cx="11094720" cy="220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640" y="6190000"/>
            <a:ext cx="1065472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Resultado prático: zero código de orquestração LLM no projeto — tudo que sobra é prompt, schema e regras do domínio.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0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refactor-os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0000" y="65000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07 · SOLUÇÃO · COMUNICAÇÃO ENTRE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2540"/>
                </a:solidFill>
                <a:latin typeface="Georgia"/>
              </a:rPr>
              <a:t>Spec-Driven: Pydantic é o contrato; Python é a orquestração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0000"/>
            <a:ext cx="1097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Cada agente devolve um schema tipado; o RefactorService chama os agentes em ordem fixa e injeta o feedback do Critic no próximo prompt do Recommender.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0000"/>
            <a:ext cx="3364906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0000"/>
            <a:ext cx="3364906" cy="110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640" y="2040000"/>
            <a:ext cx="2844906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Georgia"/>
              </a:rPr>
              <a:t>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640" y="2460000"/>
            <a:ext cx="284490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65A82"/>
                </a:solidFill>
                <a:latin typeface="Consolas"/>
              </a:rPr>
              <a:t>SmellDetection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640" y="2820000"/>
            <a:ext cx="284490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has_smell: bool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smell_type: BadSmellType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line_start / line_end: int | None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reasoning: str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3546" y="2870000"/>
            <a:ext cx="280000" cy="20000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3546" y="1820000"/>
            <a:ext cx="3364906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46" y="1820000"/>
            <a:ext cx="3364906" cy="11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546" y="2040000"/>
            <a:ext cx="2844906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Georgia"/>
              </a:rPr>
              <a:t>Recommender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546" y="2460000"/>
            <a:ext cx="284490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7293"/>
                </a:solidFill>
                <a:latin typeface="Consolas"/>
              </a:rPr>
              <a:t>RefactoringProposal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546" y="2820000"/>
            <a:ext cx="284490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applied_pattern: DesignPatternType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refactored_code: str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architectural_explanation: str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expected_benefits: list[str]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38452" y="2870000"/>
            <a:ext cx="280000" cy="20000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8452" y="1820000"/>
            <a:ext cx="3364906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8452" y="1820000"/>
            <a:ext cx="3364906" cy="11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8452" y="2040000"/>
            <a:ext cx="2844906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Georgia"/>
              </a:rPr>
              <a:t>Critic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8452" y="2460000"/>
            <a:ext cx="284490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Consolas"/>
              </a:rPr>
              <a:t>ReflectionReview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8452" y="2820000"/>
            <a:ext cx="284490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is_approved: bool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critique: str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onsolas"/>
              </a:rPr>
              <a:t>final_validated_code: str | 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20000"/>
            <a:ext cx="110947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🔄  Reflection loop — até 3 iterações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00000"/>
            <a:ext cx="110947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se review.is_approved=False → critique vira prior_critique no prompt do Recommender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020000"/>
            <a:ext cx="100000" cy="1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40" y="4980000"/>
            <a:ext cx="341824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5A82"/>
                </a:solidFill>
                <a:latin typeface="Calibri"/>
              </a:rPr>
              <a:t>ORQUESTRAÇÃO EM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40000"/>
            <a:ext cx="357824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RefactorService.run() chama detect → propose → review em ordem fixa. Sem LLM router, sem Team abstraction — ordem e iterações são determinísticas.</a:t>
            </a:r>
          </a:p>
        </p:txBody>
      </p:sp>
      <p:sp>
        <p:nvSpPr>
          <p:cNvPr id="28" name="Oval 27"/>
          <p:cNvSpPr/>
          <p:nvPr/>
        </p:nvSpPr>
        <p:spPr>
          <a:xfrm>
            <a:off x="4306880" y="5020000"/>
            <a:ext cx="100000" cy="100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6880" y="4980000"/>
            <a:ext cx="341824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CRITIQUE INJETADO MANUALMENTE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6880" y="5240000"/>
            <a:ext cx="357824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O feedback do Critic não passa pelo history do Agno. Vira string no próximo prompt do Recommender (prior_critique=...) — isolável e mensurável.</a:t>
            </a:r>
          </a:p>
        </p:txBody>
      </p:sp>
      <p:sp>
        <p:nvSpPr>
          <p:cNvPr id="31" name="Oval 30"/>
          <p:cNvSpPr/>
          <p:nvPr/>
        </p:nvSpPr>
        <p:spPr>
          <a:xfrm>
            <a:off x="8065120" y="5020000"/>
            <a:ext cx="100000" cy="1000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5120" y="4980000"/>
            <a:ext cx="341824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AGENTES STATELESS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120" y="5240000"/>
            <a:ext cx="357824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db=None nos 3 agentes. Pipeline atômico por request. Métricas de cada estágio ficam puras — Detector/Recommender/Critic são avaliados em isolamento.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0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refactor-os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0000" y="65000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refactor-os — Pipeline multi-agente para refatoração orientada por Design Patterns</dc:title>
  <dc:subject>PptxGenJS Presentation</dc:subject>
  <dc:creator>jvras58</dc:creator>
  <cp:lastModifiedBy>jvras58</cp:lastModifiedBy>
  <cp:revision>1</cp:revision>
  <dcterms:created xsi:type="dcterms:W3CDTF">2026-06-18T00:44:14Z</dcterms:created>
  <dcterms:modified xsi:type="dcterms:W3CDTF">2026-06-18T00:44:14Z</dcterms:modified>
</cp:coreProperties>
</file>